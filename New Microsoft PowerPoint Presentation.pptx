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310430-E6F7-4DAA-B6B5-9A710AF546C9}" v="2" dt="2025-11-29T18:13:31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ar, Sedat" userId="4b81d9d2-61cf-4ea0-bc68-96d813296170" providerId="ADAL" clId="{CA310430-E6F7-4DAA-B6B5-9A710AF546C9}"/>
    <pc:docChg chg="addSld modSld">
      <pc:chgData name="Kacar, Sedat" userId="4b81d9d2-61cf-4ea0-bc68-96d813296170" providerId="ADAL" clId="{CA310430-E6F7-4DAA-B6B5-9A710AF546C9}" dt="2025-11-29T18:13:31.401" v="4"/>
      <pc:docMkLst>
        <pc:docMk/>
      </pc:docMkLst>
      <pc:sldChg chg="addSp modSp new mod">
        <pc:chgData name="Kacar, Sedat" userId="4b81d9d2-61cf-4ea0-bc68-96d813296170" providerId="ADAL" clId="{CA310430-E6F7-4DAA-B6B5-9A710AF546C9}" dt="2025-11-29T18:13:31.401" v="4"/>
        <pc:sldMkLst>
          <pc:docMk/>
          <pc:sldMk cId="2855918106" sldId="256"/>
        </pc:sldMkLst>
        <pc:picChg chg="add mod">
          <ac:chgData name="Kacar, Sedat" userId="4b81d9d2-61cf-4ea0-bc68-96d813296170" providerId="ADAL" clId="{CA310430-E6F7-4DAA-B6B5-9A710AF546C9}" dt="2025-11-29T18:13:31.401" v="4"/>
          <ac:picMkLst>
            <pc:docMk/>
            <pc:sldMk cId="2855918106" sldId="256"/>
            <ac:picMk id="3" creationId="{5E432867-6170-07A7-ADB5-E164F4C099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6F9D-896C-CF0D-79D1-AA7D7479F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2716D-CD88-B9BE-D34E-0638B0CBC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436C2-2249-CF94-EE64-7CCDDCBB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3559A-ED27-4AEC-B3C8-2B169D1D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4CE66-C51B-9652-51EA-82F63375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6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D9CC-774E-0157-5AD3-4D6FFC50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FDC0-5E7F-D283-3F6E-442C5D9F3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58896-9709-9E8D-3C47-A01900A4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5F915-D8B3-6389-1A7E-DB472C60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B31B6-264F-E061-2943-66B4E138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0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C33E-FA96-CD93-3348-BA231FDA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E7CDE-A787-4A06-DAD4-A46E99C3B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02ECF-F6D1-A185-C353-F75FC7C9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2E810-1EA9-6D82-7188-7E5B8566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2DEF6-7A59-9B7C-3CBA-1E576956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2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CF31-B8BC-4919-EE37-7448DCBD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0124D-D568-21BB-F321-CC632C787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56697-3ADD-BCA5-EAD0-1FFF51D85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903B5-C791-F1F7-DACC-511E160E7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E12CC-3B65-133C-D69F-279998EFF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092D6-9FDA-5B1D-983C-43F4F3EB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6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5E95-38D0-93C7-9130-0F05AE18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DC3AE-BFB3-6274-F412-50FF33C36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044D2-6E2B-5541-1851-46DD25FCB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6F57D-42D9-A361-F8ED-99CF08781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1E37B-9660-C847-BA4E-C9B0314D7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ECE40-53FE-0E31-3883-3B2B8A43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4FBA98-2679-4380-FBCA-AFD4ADBD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D6092-4663-C2E2-995F-7B639751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5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F9E6-25B2-49AE-209B-F5ADB15F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076EE6-9DA6-0372-8F18-6D3BB05A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EDEB6E-68F6-C25E-CBA9-FB3981D3F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CA479-9CF6-51B3-C949-2FD48D0D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5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DEBF1-EC94-8157-2792-9A0B2453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F6C76C-3A48-53B7-541B-B4543F19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AF71B-D842-1F19-5A9D-9CC689E8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6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BAD3-3DF9-4719-8CA6-BDEE05EF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839BB-CB59-F141-5140-23F999EAA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2BDA0-5258-FCBB-3DCC-E86970D4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27CF5-7E4C-8FDA-5100-FB2542408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30BFD-67A7-1A48-EEB2-9034350C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7BCED-F90D-9622-E45D-AE750E99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1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604B-E250-EA22-D697-DF0D2F33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3D8CC3-69AA-0246-8362-12426FFD3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34E84-EB7B-DA0F-E377-7D14F8DC9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0C0DB-2377-0C52-AAB4-DB76F8CD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0F1B-D081-979B-9DCB-0713E8D3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A5A91-ACC4-DEE9-7FF2-3004B6B8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6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D275-3E2F-A204-9131-AD913790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6FF21-A51A-41CB-1796-1A5587D30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F013-4CB1-0DB6-0DCE-39828405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EA248-10F7-86AF-2740-70A4D680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7ECBD-D7DC-466A-7EFC-223F882F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AC521-4343-94E4-8BC9-538CB6701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88058-4923-78B7-9CF5-083239F11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C94E-139A-E31C-919B-B576BE3C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450E8-E755-6214-AFB7-611860B1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6C6BA-2094-49C9-4C4C-2AF9D1B70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8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CCA33-2F29-48DB-84E1-24C7EBFB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61C2B-36EF-31E4-8A2E-00954CAB0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66179-F0FB-3219-36B6-ED1A063A2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57422C-96EA-4325-B362-29582CDA76A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F214-6974-732E-FD40-4C4A7565C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0CC3C-FF23-A8AC-3348-FC416A3B4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8BA7C-81A6-4837-966C-3BA92235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3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pen with a yellow cap&#10;&#10;AI-generated content may be incorrect.">
            <a:extLst>
              <a:ext uri="{FF2B5EF4-FFF2-40B4-BE49-F238E27FC236}">
                <a16:creationId xmlns:a16="http://schemas.microsoft.com/office/drawing/2014/main" id="{5E432867-6170-07A7-ADB5-E164F4C09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18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9DD83882318A4AB0B512AC4342106C" ma:contentTypeVersion="11" ma:contentTypeDescription="Create a new document." ma:contentTypeScope="" ma:versionID="651fb02dbe94ecfe244aba975a3dffc7">
  <xsd:schema xmlns:xsd="http://www.w3.org/2001/XMLSchema" xmlns:xs="http://www.w3.org/2001/XMLSchema" xmlns:p="http://schemas.microsoft.com/office/2006/metadata/properties" xmlns:ns2="df803a34-46d6-4321-8b54-88d47c6e74db" xmlns:ns3="254f82b4-a36c-4d05-93a9-fefe71bfbdfe" targetNamespace="http://schemas.microsoft.com/office/2006/metadata/properties" ma:root="true" ma:fieldsID="48c6a91fe60bfa1b5d39d4959ac507b6" ns2:_="" ns3:_="">
    <xsd:import namespace="df803a34-46d6-4321-8b54-88d47c6e74db"/>
    <xsd:import namespace="254f82b4-a36c-4d05-93a9-fefe71bfbd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803a34-46d6-4321-8b54-88d47c6e74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ec0a79-46cb-4568-9b1b-2d720bd320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f82b4-a36c-4d05-93a9-fefe71bfbdf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b54e0e6-726e-4f2a-9117-311a1f6af804}" ma:internalName="TaxCatchAll" ma:showField="CatchAllData" ma:web="254f82b4-a36c-4d05-93a9-fefe71bfbd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803a34-46d6-4321-8b54-88d47c6e74db">
      <Terms xmlns="http://schemas.microsoft.com/office/infopath/2007/PartnerControls"/>
    </lcf76f155ced4ddcb4097134ff3c332f>
    <TaxCatchAll xmlns="254f82b4-a36c-4d05-93a9-fefe71bfbdfe" xsi:nil="true"/>
  </documentManagement>
</p:properties>
</file>

<file path=customXml/itemProps1.xml><?xml version="1.0" encoding="utf-8"?>
<ds:datastoreItem xmlns:ds="http://schemas.openxmlformats.org/officeDocument/2006/customXml" ds:itemID="{47E11BEA-74FB-4976-B434-6870E05BEAA8}"/>
</file>

<file path=customXml/itemProps2.xml><?xml version="1.0" encoding="utf-8"?>
<ds:datastoreItem xmlns:ds="http://schemas.openxmlformats.org/officeDocument/2006/customXml" ds:itemID="{CD560881-D347-4C7A-8480-D99F5204C5F6}"/>
</file>

<file path=customXml/itemProps3.xml><?xml version="1.0" encoding="utf-8"?>
<ds:datastoreItem xmlns:ds="http://schemas.openxmlformats.org/officeDocument/2006/customXml" ds:itemID="{0AAE3687-353C-4766-9A2D-6E6E2BFC859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Kacar, Sedat</dc:creator>
  <cp:lastModifiedBy>Kacar, Sedat</cp:lastModifiedBy>
  <cp:revision>1</cp:revision>
  <dcterms:created xsi:type="dcterms:W3CDTF">2025-11-29T18:13:11Z</dcterms:created>
  <dcterms:modified xsi:type="dcterms:W3CDTF">2025-11-29T18:13:31Z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0x010100629DD83882318A4AB0B512AC4342106C</vt:lpwstr>
  </property>
</Properties>
</file>